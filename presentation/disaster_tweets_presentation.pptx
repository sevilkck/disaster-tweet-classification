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813"/>
  </p:normalViewPr>
  <p:slideViewPr>
    <p:cSldViewPr snapToGrid="0" snapToObjects="1">
      <p:cViewPr varScale="1">
        <p:scale>
          <a:sx n="72" d="100"/>
          <a:sy n="72" d="100"/>
        </p:scale>
        <p:origin x="2144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4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Good</a:t>
            </a:r>
            <a:r>
              <a:rPr lang="de-DE" dirty="0"/>
              <a:t> </a:t>
            </a:r>
            <a:r>
              <a:rPr lang="de-DE" dirty="0" err="1"/>
              <a:t>morning</a:t>
            </a:r>
            <a:r>
              <a:rPr lang="de-DE" dirty="0"/>
              <a:t>. </a:t>
            </a:r>
            <a:r>
              <a:rPr dirty="0"/>
              <a:t>Today I'll walk you through my NLP project — a binary classifier that detects whether a tweet describes a real disaster or not. This project was completed for my MSIT </a:t>
            </a:r>
            <a:r>
              <a:rPr dirty="0" err="1"/>
              <a:t>programme</a:t>
            </a:r>
            <a:r>
              <a:rPr dirty="0"/>
              <a:t> using a labelled dataset from Kaggle. The pipeline covers everything from raw tweet cleaning through to hyperparameter-tuned machine learning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 err="1"/>
              <a:t>Let´s</a:t>
            </a:r>
            <a:r>
              <a:rPr lang="de-DE" dirty="0"/>
              <a:t> </a:t>
            </a:r>
            <a:r>
              <a:rPr lang="de-DE" dirty="0" err="1"/>
              <a:t>discuss</a:t>
            </a:r>
            <a:r>
              <a:rPr lang="de-DE" dirty="0"/>
              <a:t> f</a:t>
            </a:r>
            <a:r>
              <a:rPr dirty="0" err="1"/>
              <a:t>irst</a:t>
            </a:r>
            <a:r>
              <a:rPr dirty="0"/>
              <a:t>, why does this problem matter? Twitter is often the first place people report emergencies. Emergency services, news agencies, and disaster-relief </a:t>
            </a:r>
            <a:r>
              <a:rPr dirty="0" err="1"/>
              <a:t>organisations</a:t>
            </a:r>
            <a:r>
              <a:rPr dirty="0"/>
              <a:t> increasingly use social media monitoring to detect crises in real time. However, people </a:t>
            </a:r>
            <a:r>
              <a:rPr lang="de-DE" dirty="0"/>
              <a:t>also </a:t>
            </a:r>
            <a:r>
              <a:rPr dirty="0"/>
              <a:t>use disaster-related words figuratively all the time </a:t>
            </a:r>
            <a:r>
              <a:rPr lang="de-DE" dirty="0"/>
              <a:t>such </a:t>
            </a:r>
            <a:r>
              <a:rPr lang="de-DE" dirty="0" err="1"/>
              <a:t>as</a:t>
            </a:r>
            <a:r>
              <a:rPr dirty="0"/>
              <a:t>— 'I'm dying of boredom', 'this food is on fire'. A naive keyword search would generate enormous noise. Our goal is to teach a machine to distinguish real emergency reports from casual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Our dataset comes from the NLP Getting Started competition on Kaggle. It contains 7,613 labelled tweets — each marked as either disaster (1) or not (0). Looking at the class distribution charts, we have 4,342 non-disaster and 3,271 disaster tweets — </a:t>
            </a:r>
            <a:r>
              <a:rPr lang="de-DE" dirty="0" err="1"/>
              <a:t>it's</a:t>
            </a:r>
            <a:r>
              <a:rPr lang="de-DE" dirty="0"/>
              <a:t> </a:t>
            </a:r>
            <a:r>
              <a:rPr dirty="0"/>
              <a:t>a 57/43 split. This mild imbalance is important: a model that labels everything as non-disaster would get 57% accuracy without learning anything useful. This is why I use F1-score as my primary evaluation metric rather than raw accuracy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Before building any model, I explored the data to understand its properties. Looking at tweet length — disaster tweets tend to be slightly longer on average. Real disaster reports include specific details: locations, casualty figures, event names. However, the distributions overlap significantly. You can see from both the word count and character count histograms that length alone cannot distinguish the classes — we need word-level features.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These two plots show word frequency and hashtag analysis after preprocessing. The hashtag plot is particularly telling — disaster tweets cluster tightly around domain-specific hashtags: </a:t>
            </a:r>
            <a:r>
              <a:rPr lang="de-DE" dirty="0"/>
              <a:t>such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dirty="0"/>
              <a:t>wildfire, flood, earthquake, breaking, disaster. Non-disaster tweets show scattered, unrelated hashtags. The word frequency chart shows the same separation — disaster vocabulary is specific and consistent. This vocabulary gap is the primary signal our model will learn to exploit.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Tweets are extremely noisy text — URLs, @mentions, emoji, informal spelling, hashtag symbols. I applied a 6-step preprocessing pipeline. The key decision here is using POS</a:t>
            </a:r>
            <a:r>
              <a:rPr lang="de-DE" dirty="0"/>
              <a:t>(Part </a:t>
            </a:r>
            <a:r>
              <a:rPr lang="de-DE" dirty="0" err="1"/>
              <a:t>Of</a:t>
            </a:r>
            <a:r>
              <a:rPr lang="de-DE" dirty="0"/>
              <a:t> Speech)</a:t>
            </a:r>
            <a:r>
              <a:rPr dirty="0"/>
              <a:t>-aware </a:t>
            </a:r>
            <a:r>
              <a:rPr dirty="0" err="1"/>
              <a:t>lemmatisation</a:t>
            </a:r>
            <a:r>
              <a:rPr dirty="0"/>
              <a:t> over stemming. Stemming is fast but crude — it cuts word endings using rules and can produce non-words like '</a:t>
            </a:r>
            <a:r>
              <a:rPr dirty="0" err="1"/>
              <a:t>easili</a:t>
            </a:r>
            <a:r>
              <a:rPr dirty="0"/>
              <a:t>'. </a:t>
            </a:r>
            <a:r>
              <a:rPr dirty="0" err="1"/>
              <a:t>Lemmatisation</a:t>
            </a:r>
            <a:r>
              <a:rPr dirty="0"/>
              <a:t> uses vocabulary knowledge to return real dictionary words: fires becomes fire, running becomes run. With POS </a:t>
            </a:r>
            <a:r>
              <a:rPr lang="de-DE" dirty="0"/>
              <a:t>(Part </a:t>
            </a:r>
            <a:r>
              <a:rPr lang="de-DE" dirty="0" err="1"/>
              <a:t>Of</a:t>
            </a:r>
            <a:r>
              <a:rPr lang="de-DE" dirty="0"/>
              <a:t> Speech) </a:t>
            </a:r>
            <a:r>
              <a:rPr dirty="0"/>
              <a:t>context — knowing whether a word is a noun, verb, or adjective — the results are more accurate. The before/after comparison shows how dramatically the text simplifies.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Machine learning models need numbers, not text. I used TF-IDF — Term Frequency Inverse Document Frequency. The key insight is in the IDF term: it down-weights words that appear in almost every tweet. The word 'fire' appears hundreds of times across the corpus — low TF-IDF score. The word 'evacuate' appears in only a handful of tweets — high score. This makes rare but specific words the dominant features. I also use bigrams — two-word phrases — so 'flash flood' and 'not safe' are captured as meaningful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 trained two models: Logistic Regression with TF-IDF, and Multinomial Naive Bayes with a bag-of-words count </a:t>
            </a:r>
            <a:r>
              <a:rPr dirty="0" err="1"/>
              <a:t>vectoriser</a:t>
            </a:r>
            <a:r>
              <a:rPr dirty="0"/>
              <a:t>. Both are wrapped in a </a:t>
            </a:r>
            <a:r>
              <a:rPr dirty="0" err="1"/>
              <a:t>sklearn</a:t>
            </a:r>
            <a:r>
              <a:rPr dirty="0"/>
              <a:t> Pipeline, which is critical — it ensures the </a:t>
            </a:r>
            <a:r>
              <a:rPr dirty="0" err="1"/>
              <a:t>vectoriser</a:t>
            </a:r>
            <a:r>
              <a:rPr dirty="0"/>
              <a:t> is fit only on training data, preventing data leakage. The cross-validation chart shows F1-scores across 5 folds. Notice how stable both models are — the small variation between folds tells us our models </a:t>
            </a:r>
            <a:r>
              <a:rPr dirty="0" err="1"/>
              <a:t>generalise</a:t>
            </a:r>
            <a:r>
              <a:rPr dirty="0"/>
              <a:t> consistently and don't depend heavily on which specific tweets ended up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Here are the confusion matrices for all three models. A confusion matrix shows four outcomes: true positives, true negatives, false positives, and false negatives. In this context, false negatives — bottom-left cell — are the most dangerous. A false negative means the model said 'not a disaster' when it actually was one. In a real emergency response system, missing a real disaster could delay emergency services. The tuned model reduces both types of errors compared to the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Looking at the final numbers — the tuned Logistic Regression achieves 82.0% accuracy and 77.6% F1-score on the held-out test set. Logistic Regression consistently outperforms Naive Bayes on this dataset. The key reason: Naive Bayes assumes all words are independent, but in real text, words co-occur meaningfully. </a:t>
            </a:r>
            <a:r>
              <a:rPr dirty="0" err="1"/>
              <a:t>GridSearchCV</a:t>
            </a:r>
            <a:r>
              <a:rPr dirty="0"/>
              <a:t> found that 3,000 features with unigrams and C=1 is optimal — showing that a smaller, well-</a:t>
            </a:r>
            <a:r>
              <a:rPr dirty="0" err="1"/>
              <a:t>regularised</a:t>
            </a:r>
            <a:r>
              <a:rPr dirty="0"/>
              <a:t> vocabulary actually </a:t>
            </a:r>
            <a:r>
              <a:rPr dirty="0" err="1"/>
              <a:t>generalises</a:t>
            </a:r>
            <a:r>
              <a:rPr dirty="0"/>
              <a:t>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Error analysis reveals the model's fundamental limitation. False positives typically involve figurative language — tweets using disaster vocabulary metaphorically. 'I'm dying of boredom', 'this food is on fire'. The model sees disaster-associated words and fires — because from a bag-of-words perspective, they look identical to real disaster tweets. False negatives are often tweets using unusual or vague language to describe a real event. This is an inherent limitation of TF-IDF: it operates on word counts without any understanding of context or intent.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To </a:t>
            </a:r>
            <a:r>
              <a:rPr dirty="0" err="1"/>
              <a:t>summarise</a:t>
            </a:r>
            <a:r>
              <a:rPr dirty="0"/>
              <a:t>: I built a complete NLP pipeline from raw tweets to a tuned binary classifier. Every design decision was deliberate — from </a:t>
            </a:r>
            <a:r>
              <a:rPr dirty="0" err="1"/>
              <a:t>lemmatisation</a:t>
            </a:r>
            <a:r>
              <a:rPr dirty="0"/>
              <a:t> over stemming, to TF-IDF over bag-of-words, to F1-score over accuracy. The final model achieves 82.0% accuracy and 77.6% F1-score. The core limitation is the bag-of-words assumption — no understanding of context. The natural next step would be fine-tuning a BERT model, which produces contextual word embeddings that can distinguish 'building on fire' from 'you're on fire today'. Thank 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time and </a:t>
            </a:r>
            <a:r>
              <a:rPr lang="de-DE" dirty="0" err="1"/>
              <a:t>listening</a:t>
            </a:r>
            <a:r>
              <a:rPr lang="de-DE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640080"/>
            <a:ext cx="20116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🚨  NLP CLASSIFICATION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1F5F9"/>
                </a:solidFill>
              </a:rPr>
              <a:t>Disaster Tweet Classifier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48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Can a machine tell the difference between a real emergency
and dramatic figurative language on Twitter?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743200" cy="82296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90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Sevil Kücük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017520"/>
            <a:ext cx="2743200" cy="82296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3090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PROGRAMME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MSIT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017520"/>
            <a:ext cx="2743200" cy="82296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09067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</a:rPr>
              <a:t>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</a:rPr>
              <a:t>February 27,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955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55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📂
Load
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259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8259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🔍
EDA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563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4563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🧹
Preprocess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867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0867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🔢
TF-IDF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7171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7171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🤖
Train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3475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475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📊
Evaluate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97796" y="3977640"/>
            <a:ext cx="13716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A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97796" y="3977640"/>
            <a:ext cx="137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1F5F9"/>
                </a:solidFill>
              </a:rPr>
              <a:t>🎯
Tune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🚨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Why Does This Matter?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Twitter is often the first platform where people report emergencies.
But not every alarming tweet describes a real disaster: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2"/>
            <a:ext cx="54864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" y="2450592"/>
            <a:ext cx="4882896" cy="640080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🚨 REAL DISASTER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9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"Flash flood warning issued for downtown — evacuate immediately #flood"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82112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3182112"/>
            <a:ext cx="4882896" cy="64008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✅ NOT A DISASTER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"This spicy ramen is absolutely destroying me 💀🔥"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13632"/>
            <a:ext cx="54864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" y="3913632"/>
            <a:ext cx="4882896" cy="640080"/>
          </a:xfrm>
          <a:prstGeom prst="rect">
            <a:avLst/>
          </a:prstGeom>
          <a:solidFill>
            <a:srgbClr val="06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✅ NOT A DISASTER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422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"I'm literally dying of boredom in this lecture 😭"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719072"/>
            <a:ext cx="6035040" cy="1051560"/>
          </a:xfrm>
          <a:prstGeom prst="rect">
            <a:avLst/>
          </a:prstGeom>
          <a:solidFill>
            <a:srgbClr val="1A0606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97880" y="18105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🚒 Emergency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1031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Agencies monitor social media for real-time disaster signals. Missed disasters cost lives.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862072"/>
            <a:ext cx="6035040" cy="1051560"/>
          </a:xfrm>
          <a:prstGeom prst="rect">
            <a:avLst/>
          </a:prstGeom>
          <a:solidFill>
            <a:srgbClr val="1A0606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29535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📡 Media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2461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News organisations need automated systems to filter genuine reports from casual language at scale.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4005072"/>
            <a:ext cx="6035040" cy="1051560"/>
          </a:xfrm>
          <a:prstGeom prst="rect">
            <a:avLst/>
          </a:prstGeom>
          <a:solidFill>
            <a:srgbClr val="1A0606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97880" y="409651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🧠 The NLP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3891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Figurative language — "I'm dying", "on fire" — makes this a genuinely hard classification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Dataset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2560320" cy="9601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7,613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Total Tweets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719072"/>
            <a:ext cx="2560320" cy="9601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17922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3134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Classes (0 / 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8464" y="1719072"/>
            <a:ext cx="2560320" cy="9601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17922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0A5FA"/>
                </a:solidFill>
              </a:rPr>
              <a:t>4,342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4" y="23134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Non-Disaster (57%)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719072"/>
            <a:ext cx="2560320" cy="9601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0536" y="179222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4ADE80"/>
                </a:solidFill>
              </a:rPr>
              <a:t>3,271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231343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Disaster (43%)</a:t>
            </a:r>
          </a:p>
        </p:txBody>
      </p:sp>
      <p:pic>
        <p:nvPicPr>
          <p:cNvPr id="19" name="Picture 18" descr="plot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89504"/>
            <a:ext cx="9759771" cy="36599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7022592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1. Class distribution — bar chart and pie chart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EDA —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Tweet Length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lot_tweet_leng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68580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5391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2. Word count and character count distribution by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719072"/>
            <a:ext cx="420624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8105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📏 Key 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3055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Disaster tweets are slightly longer on average — real reports include locations, casualty figures, and event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3163824"/>
            <a:ext cx="4206240" cy="1325880"/>
          </a:xfrm>
          <a:prstGeom prst="rect">
            <a:avLst/>
          </a:prstGeom>
          <a:solidFill>
            <a:srgbClr val="1A0606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325526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⚠️ Limitation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575304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Distributions overlap heavily. Tweet length alone is NOT a reliable predictor — a length-only model would perform near random.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608576"/>
            <a:ext cx="4206240" cy="132588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47000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📐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020056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We need word-level TF-IDF features rather than simple length metrics to distinguish the two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EDA — WORD &amp; HASHTAG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Word Frequency &amp; Hashtag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lot_hash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56692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22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3. Top hashtags by class</a:t>
            </a:r>
          </a:p>
        </p:txBody>
      </p:sp>
      <p:pic>
        <p:nvPicPr>
          <p:cNvPr id="9" name="Picture 8" descr="plot_top_words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19072"/>
            <a:ext cx="548640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422392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4. Most frequent words after preprocessing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96711"/>
            <a:ext cx="11338560" cy="640080"/>
          </a:xfrm>
          <a:prstGeom prst="rect">
            <a:avLst/>
          </a:prstGeom>
          <a:solidFill>
            <a:srgbClr val="061A18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57241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🔑  Key insight: Disaster tweets cluster around domain-specific hashtags (#wildfire, #flood, #earthquake). Non-disaster tweets use scattered, unrelated hashtags. This vocabulary gap is the primary signal our model exploits.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TEXT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Cleaning the Text — 6-Step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1907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Remove URLs &amp; @mentions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0195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http://t.co/… and @username carry no topic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57984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5798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Strip # symbol, keep 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340864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#wildfire → wildfire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96896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59689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59689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Lowercase + remove punctuation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779776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Fire = fire; reduce vocabulary noise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35808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0358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303580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Tokenise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218688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Split sentence into individual word tokens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474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4747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Remove NLTK stopwords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36576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"the", "is", "a" appear everywhere — zero discriminative signal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13632"/>
            <a:ext cx="292608" cy="2926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9136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91363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POS-aware Lemmatisation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09651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fires→fire, burning→burn, ran→run (context-aware)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43984"/>
            <a:ext cx="5029200" cy="822960"/>
          </a:xfrm>
          <a:prstGeom prst="rect">
            <a:avLst/>
          </a:prstGeom>
          <a:solidFill>
            <a:srgbClr val="1406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4897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Before: "BREAKING: 13,000 flee #wildfire https://t.co/x @CNN!"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80974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After:   "flee wildfire"</a:t>
            </a:r>
          </a:p>
        </p:txBody>
      </p:sp>
      <p:pic>
        <p:nvPicPr>
          <p:cNvPr id="34" name="Picture 33" descr="plot_top_words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719072"/>
            <a:ext cx="5943600" cy="34747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0" y="5239512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5. Before preprocessing: stopwords dominate both classes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5559552"/>
            <a:ext cx="5943600" cy="822960"/>
          </a:xfrm>
          <a:prstGeom prst="rect">
            <a:avLst/>
          </a:prstGeom>
          <a:solidFill>
            <a:srgbClr val="1406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5605272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💡 Why Lemmatisation over Stemming?
Stemming: easily → easili (not a word)
Lemmatisation: fires → fire | better → good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From Words to Numbers: TF-IDF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5029200" cy="1371600"/>
          </a:xfrm>
          <a:prstGeom prst="rect">
            <a:avLst/>
          </a:prstGeom>
          <a:solidFill>
            <a:srgbClr val="06122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TF-IDF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score = TF(t,d) × log(N / df(t))
Words frequent in one tweet but rare across all tweets get a high score. "evacuate" in 5 tweets → HIGH. "fire" in 500 tweets → 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27832"/>
            <a:ext cx="5029200" cy="1371600"/>
          </a:xfrm>
          <a:prstGeom prst="rect">
            <a:avLst/>
          </a:prstGeom>
          <a:solidFill>
            <a:srgbClr val="061226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3192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Bigrams: Capturing Phrases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ngram_range=(1,2) adds two-word features.
"flash flood", "not safe", "search rescue" are captured as meaningful units rather than two unrelated words.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36592"/>
            <a:ext cx="5029200" cy="1371600"/>
          </a:xfrm>
          <a:prstGeom prst="rect">
            <a:avLst/>
          </a:prstGeom>
          <a:solidFill>
            <a:srgbClr val="061226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8280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Data Leakage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2064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</a:rPr>
              <a:t>sklearn Pipeline fits TF-IDF only on training data. Fitting on the full dataset before splitting means the model has secretly seen test examples — invalid evaluation.</a:t>
            </a:r>
          </a:p>
        </p:txBody>
      </p:sp>
      <p:pic>
        <p:nvPicPr>
          <p:cNvPr id="16" name="Picture 15" descr="plot_tfi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19072"/>
            <a:ext cx="5303520" cy="4389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0" y="6153912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6. TF-IDF scores — specific words score high; stopwords near zero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MODEL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Model Selection &amp;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5029200" cy="1645920"/>
          </a:xfrm>
          <a:prstGeom prst="rect">
            <a:avLst/>
          </a:prstGeom>
          <a:solidFill>
            <a:srgbClr val="061A0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✦ Logistic Regression (primary model)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0552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Strong, interpretable baseline for binary text classification. Learns a weight per TF-IDF feature — which words push the prediction toward "disaster"? Fast to train, easy to interpret.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02152"/>
            <a:ext cx="5029200" cy="1554480"/>
          </a:xfrm>
          <a:prstGeom prst="rect">
            <a:avLst/>
          </a:prstGeom>
          <a:solidFill>
            <a:srgbClr val="061A0E"/>
          </a:solidFill>
          <a:ln w="127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5935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Multinomial Naive Bayes (comparison)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1363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Classic probabilistic NLP model. Assumes all words are independent — but "flash flood" is meaningful as a pair. This independence assumption hurts NB versus LR.</a:t>
            </a:r>
          </a:p>
        </p:txBody>
      </p:sp>
      <p:pic>
        <p:nvPicPr>
          <p:cNvPr id="13" name="Picture 12" descr="plot_cross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19072"/>
            <a:ext cx="6035040" cy="411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52160" y="5879592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7. 5-fold CV F1-scores — both models stable across folds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RESULTS —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Confusion Matrices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lot_cm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365760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39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Fig 8a. Logistic Regression
(baseline)</a:t>
            </a:r>
          </a:p>
        </p:txBody>
      </p:sp>
      <p:pic>
        <p:nvPicPr>
          <p:cNvPr id="9" name="Picture 8" descr="plot_cm_n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719072"/>
            <a:ext cx="365760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80560" y="5239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Fig 8b. Naive Bayes
(baseline)</a:t>
            </a:r>
          </a:p>
        </p:txBody>
      </p:sp>
      <p:pic>
        <p:nvPicPr>
          <p:cNvPr id="11" name="Picture 10" descr="plot_cm_tun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1719072"/>
            <a:ext cx="365760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0" y="5239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</a:rPr>
              <a:t>Fig 8c. LR Tuned
(GridSearchCV)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33872"/>
            <a:ext cx="11338560" cy="64008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586130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📌 False Negatives (bottom-left) are most dangerous in a real emergency context — missing a real disaster means delayed response. The tuned model reduces both error types vs baselines.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RESULTS —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Model Performance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lot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9072"/>
            <a:ext cx="68580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879592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Fig 9. Accuracy and F1-Score comparison across all 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719072"/>
            <a:ext cx="4114800" cy="82296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764792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0A5FA"/>
                </a:solidFill>
              </a:rPr>
              <a:t>82.0%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67712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651760"/>
            <a:ext cx="4114800" cy="82296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6974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</a:rPr>
              <a:t>77.6%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00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721608"/>
            <a:ext cx="4114800" cy="2743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37581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7581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37581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014216"/>
            <a:ext cx="4114800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LR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0.8175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40599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0.7714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352544"/>
            <a:ext cx="4114800" cy="320040"/>
          </a:xfrm>
          <a:prstGeom prst="rect">
            <a:avLst/>
          </a:prstGeom>
          <a:solidFill>
            <a:srgbClr val="06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4398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Naive Bayes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398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0.8109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439826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0.7604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690872"/>
            <a:ext cx="4114800" cy="3200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4736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LR Tuned 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736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0.8201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47365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0.7765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5120640"/>
            <a:ext cx="4114800" cy="502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0" y="5166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Best params: {'clf__C': 1, 'tfidf__max_features': 3000, 'tfidf__ngram_range': (1, 1)}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0E0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Where Does the Model Fail?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False Positives — said "disaster", wasn't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" y="1993392"/>
            <a:ext cx="4974336" cy="457200"/>
          </a:xfrm>
          <a:prstGeom prst="rect">
            <a:avLst/>
          </a:prstGeom>
          <a:solidFill>
            <a:srgbClr val="1A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⚠️ Model: DISASTER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113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"I'm literally dying of boredom in this lecture 💀"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42032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2542032"/>
            <a:ext cx="4974336" cy="457200"/>
          </a:xfrm>
          <a:prstGeom prst="rect">
            <a:avLst/>
          </a:prstGeom>
          <a:solidFill>
            <a:srgbClr val="1A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57860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⚠️ Model: DISASTER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7977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"This spicy food is absolutely destroying me 🔥"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" y="3090672"/>
            <a:ext cx="4974336" cy="457200"/>
          </a:xfrm>
          <a:prstGeom prst="rect">
            <a:avLst/>
          </a:prstGeom>
          <a:solidFill>
            <a:srgbClr val="1A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12724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⚠️ Model: DISASTER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28416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"My mum's cooking is on fire tonight 🙌"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30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False Negative — missed real disaster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59352"/>
            <a:ext cx="54864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3504" y="3959352"/>
            <a:ext cx="4974336" cy="457200"/>
          </a:xfrm>
          <a:prstGeom prst="rect">
            <a:avLst/>
          </a:prstGeom>
          <a:solidFill>
            <a:srgbClr val="1A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99592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</a:rPr>
              <a:t>🚨 Actual: DISASTER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69664"/>
            <a:ext cx="4846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</a:rPr>
              <a:t>"Residents urged to leave now. No time left."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719072"/>
            <a:ext cx="5943600" cy="1371600"/>
          </a:xfrm>
          <a:prstGeom prst="rect">
            <a:avLst/>
          </a:prstGeom>
          <a:solidFill>
            <a:srgbClr val="1A0E02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0760" y="18105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🧠 Root Cause: No Context Understanding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121408"/>
            <a:ext cx="56692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TF-IDF treats words as independent tokens. It cannot understand that "on fire tonight" is figurative praise vs a real emergency. Bag-of-words has no concept of context or intent.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3209544"/>
            <a:ext cx="5943600" cy="1371600"/>
          </a:xfrm>
          <a:prstGeom prst="rect">
            <a:avLst/>
          </a:prstGeom>
          <a:solidFill>
            <a:srgbClr val="1A0E02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330098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⚖️ Which Error is Worse?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3611880"/>
            <a:ext cx="56692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False Negatives are more dangerous — missing a real disaster means delayed emergency response. A deployed system would tune toward higher recall, even at the cost of more false alarms.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700016"/>
            <a:ext cx="5943600" cy="1371600"/>
          </a:xfrm>
          <a:prstGeom prst="rect">
            <a:avLst/>
          </a:prstGeom>
          <a:solidFill>
            <a:srgbClr val="1A0E02"/>
          </a:solidFill>
          <a:ln w="12700">
            <a:solidFill>
              <a:srgbClr val="7835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479145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</a:rPr>
              <a:t>🚀 What Would Fix This?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102352"/>
            <a:ext cx="56692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Transformer models (BERT, RoBERTa) produce contextual embeddings. "fire" in "building on fire" vs "you're on fire today" would produce different vector representations.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1F5F9"/>
                </a:solidFill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1F5F9"/>
                </a:solidFill>
              </a:rPr>
              <a:t>Summary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719072"/>
            <a:ext cx="1463040" cy="2743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755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STAGE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719072"/>
            <a:ext cx="2011680" cy="2743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84832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CHOICE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719072"/>
            <a:ext cx="2011680" cy="27432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96512" y="175564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WHY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11680"/>
            <a:ext cx="5486400" cy="347472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07568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0756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Lemmatise + 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207568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Twitter noise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77440"/>
            <a:ext cx="5486400" cy="347472"/>
          </a:xfrm>
          <a:prstGeom prst="rect">
            <a:avLst/>
          </a:prstGeom>
          <a:solidFill>
            <a:srgbClr val="06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244144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244144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TF-IDF (unigrams)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2" y="244144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Down-weights common 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5486400" cy="347472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280720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84832" y="28072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Logistic 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280720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Strong &amp; interpretable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08960"/>
            <a:ext cx="5486400" cy="347472"/>
          </a:xfrm>
          <a:prstGeom prst="rect">
            <a:avLst/>
          </a:prstGeom>
          <a:solidFill>
            <a:srgbClr val="06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317296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4832" y="317296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F1-Score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6512" y="317296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Mild class imbalance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474720"/>
            <a:ext cx="5486400" cy="347472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" y="3538728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2" y="35387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GridSearchCV (3-fold)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353872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</a:rPr>
              <a:t>Systematic, no leakage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23360"/>
            <a:ext cx="2468880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0A5FA"/>
                </a:solidFill>
              </a:rPr>
              <a:t>82.0%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498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Final 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023360"/>
            <a:ext cx="2468880" cy="731520"/>
          </a:xfrm>
          <a:prstGeom prst="rect">
            <a:avLst/>
          </a:prstGeom>
          <a:solidFill>
            <a:srgbClr val="0D1A2E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83280" y="40690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</a:rPr>
              <a:t>77.6%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498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Final F1-Score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1719072"/>
            <a:ext cx="5486400" cy="1371600"/>
          </a:xfrm>
          <a:prstGeom prst="rect">
            <a:avLst/>
          </a:prstGeom>
          <a:solidFill>
            <a:srgbClr val="0D1A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1792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✅ What Works Well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210312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LR + TF-IDF is a strong, efficient baseline
• Pipeline prevents data leakage
• GridSearchCV finds optimal parameters
• Model generalises consistently across CV folds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209544"/>
            <a:ext cx="5486400" cy="1371600"/>
          </a:xfrm>
          <a:prstGeom prst="rect">
            <a:avLst/>
          </a:prstGeom>
          <a:solidFill>
            <a:srgbClr val="0D1A2E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2826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⚠️ Limitations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359359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• No semantic understanding of figurative language
• Words treated as independent — context ignored
• Mild class imbalance may bias predictions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700016"/>
            <a:ext cx="5486400" cy="1371600"/>
          </a:xfrm>
          <a:prstGeom prst="rect">
            <a:avLst/>
          </a:prstGeom>
          <a:solidFill>
            <a:srgbClr val="0D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47731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🚀 Next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37960" y="5084064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Fine-tune a BERT model — contextual embeddings would handle sarcasm, metaphor, and negation far more accurately than TF-IDF.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5677</TotalTime>
  <Words>2300</Words>
  <Application>Microsoft Macintosh PowerPoint</Application>
  <PresentationFormat>Custom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Hans Worst</cp:lastModifiedBy>
  <cp:revision>3</cp:revision>
  <dcterms:created xsi:type="dcterms:W3CDTF">2013-01-27T09:14:16Z</dcterms:created>
  <dcterms:modified xsi:type="dcterms:W3CDTF">2026-03-06T15:52:39Z</dcterms:modified>
  <cp:category/>
</cp:coreProperties>
</file>